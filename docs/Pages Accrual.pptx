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27F9-277B-8F65-0493-4C544D9EA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729D2-BA97-22EB-FEF7-E23F986F2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246A-1897-0748-5227-1CE8530E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F2CFF-962F-3E50-A7BC-9B985C2E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6028-AC71-7539-8F46-6FF9B908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E4C7-92CC-7B89-F735-B1BE05D68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726D-7E56-3CD8-F900-4E4597A9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942E2-5FA3-B59B-39A8-4E72F338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13A7-C5CE-FB74-D722-3608A4D3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014B8-B903-80A9-DD55-2B6F7925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4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32D3-A2A6-E1C6-F8CC-F01107FF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A3010-416C-B2A2-3AD1-BEFE5651D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5E78-F3E3-E322-EFF1-44E840FAD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74BBC-B441-2FE7-C27C-9D90E312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D2EF-0A48-3213-2AB0-D26B8FE6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0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89E8-DF24-450F-15CD-FB48CBDC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CAAE-76D9-6BB7-99DE-4F518E692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C7C9A-5BED-BB66-EC62-270ABD958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CE0A2-D0E0-79B3-6B13-5CB3551C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BE5EA-0F4A-F6F8-9F5C-7063B853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D7517-FCF1-BB46-F8CA-6FBF965D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2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A7AA-E813-C97F-772B-4B1E5BA2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22E73-E88B-A6E6-85FD-D3A1F2C1A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3BCE0-556E-CAE7-1E7A-A0865A446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B7C2E-1062-55B6-6D37-F9D82D5C3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F40B8-65C5-BCAC-0AB3-712DBA441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11584-B73C-0A09-724F-F60AA871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28900-EDC5-6C4B-0B71-1A7A26D9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60298-E337-D854-ED7B-BBDCE85E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9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FD34-46A3-323B-0C18-33F78539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720C6-F5D7-F1E8-314B-8FEE3E78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74125-1863-5C7E-6511-DC888C03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D94C3-388B-6CF4-6EB8-A674C89E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65765-9ECA-4D86-33ED-5ACA2DD5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7C229-2400-3F9A-06A0-6CD2331A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C22C6-175A-1862-2CF9-EB638F7D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9A36-D187-7447-6551-BB10ADFD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28896-62ED-D65D-CFF0-8EEC0262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A9FD6-1391-E917-0CF5-FC49358A2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901F5-C814-9DAD-6A2F-CCBE93B3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7F00-03DD-78BF-6A7B-42566906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AFEA2-1C3B-264D-29C9-E9BF5FB5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6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138B-B1C8-0F67-339E-3C564068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7CD48-C508-1807-88B7-4A76C905B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1880-003F-A8CD-71AF-D554A8BD9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1BCB9-F7E5-1146-42B7-52EC8F55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17B3-95DA-03CC-63E5-F2ADDB0F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8D22D-A9CF-B301-EA07-0E39EEBC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BA8E-05CF-F6DB-4D8C-3939716F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026DC-5102-4966-C990-F0D9E3D6A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027C3-F093-6699-FF47-DA400924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E8B69-31AD-F138-F091-2A35D311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5E239-4E54-A39D-4B1F-3848D59D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9751B-18A3-A6DA-34C4-84FB1532F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23C8B-598F-9E85-C8D0-9E3D95A09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5345-E3A2-B301-56A2-DACE3D0C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3217-8067-1AA9-1DD1-BAF4ADD7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F0DA5-300A-FB58-E92C-C3FE40CD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5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1DC6A-3068-D981-C62E-2FE4C6CD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660B1-506A-25C4-CDED-6A0473EF9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DAD4-5898-986E-024C-8323C96F1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501C1-EAF1-4BAE-8BDF-BF0466651ED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05D43-2436-BF83-A8B8-E912DCDB1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C33E-0051-37C5-DCB7-BFE4875EB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5E9F3-EFC3-42D3-8FA9-71EE8967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3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CE209-46D8-0448-B950-FF791312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6" y="1038225"/>
            <a:ext cx="12126461" cy="480753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AC58B1-BBAD-0650-73B0-077E53D158A0}"/>
              </a:ext>
            </a:extLst>
          </p:cNvPr>
          <p:cNvSpPr txBox="1">
            <a:spLocks/>
          </p:cNvSpPr>
          <p:nvPr/>
        </p:nvSpPr>
        <p:spPr>
          <a:xfrm>
            <a:off x="-86486" y="81662"/>
            <a:ext cx="3200400" cy="6921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 err="1"/>
              <a:t>Accrual</a:t>
            </a:r>
            <a:r>
              <a:rPr lang="es-MX" sz="3200" dirty="0"/>
              <a:t> </a:t>
            </a:r>
            <a:r>
              <a:rPr lang="es-MX" sz="3200" dirty="0" err="1"/>
              <a:t>Worklist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318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207D-C38E-78D7-0479-6CDEC37D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28ED-81C2-2DD6-DCB6-D895DD4E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6" y="136526"/>
            <a:ext cx="3200400" cy="692150"/>
          </a:xfrm>
        </p:spPr>
        <p:txBody>
          <a:bodyPr>
            <a:normAutofit fontScale="90000"/>
          </a:bodyPr>
          <a:lstStyle/>
          <a:p>
            <a:r>
              <a:rPr lang="es-MX" sz="3200"/>
              <a:t>Executive Summary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98A17-FD5D-8412-3416-3A507972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3" y="888774"/>
            <a:ext cx="12070237" cy="508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8483-8AE7-13DC-0BAB-6945600F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6" y="136526"/>
            <a:ext cx="3200400" cy="692150"/>
          </a:xfrm>
        </p:spPr>
        <p:txBody>
          <a:bodyPr>
            <a:normAutofit fontScale="90000"/>
          </a:bodyPr>
          <a:lstStyle/>
          <a:p>
            <a:r>
              <a:rPr lang="es-MX" sz="3200" dirty="0" err="1"/>
              <a:t>Trends</a:t>
            </a:r>
            <a:r>
              <a:rPr lang="es-MX" sz="3200" dirty="0"/>
              <a:t> and Spikes (</a:t>
            </a:r>
            <a:r>
              <a:rPr lang="es-MX" sz="3200" dirty="0" err="1"/>
              <a:t>Slide</a:t>
            </a:r>
            <a:r>
              <a:rPr lang="es-MX" sz="3200" dirty="0"/>
              <a:t> 3)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0F211-BDF7-AA1E-7768-87CB26F90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828676"/>
            <a:ext cx="11020425" cy="34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1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A8DC-F2BC-92A9-0BA1-5D962FB24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096E-FE8E-A6E6-DCA8-5A60A66F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6" y="136526"/>
            <a:ext cx="3200400" cy="692150"/>
          </a:xfrm>
        </p:spPr>
        <p:txBody>
          <a:bodyPr>
            <a:normAutofit fontScale="90000"/>
          </a:bodyPr>
          <a:lstStyle/>
          <a:p>
            <a:r>
              <a:rPr lang="es-MX" sz="3200" dirty="0" err="1"/>
              <a:t>Trends</a:t>
            </a:r>
            <a:r>
              <a:rPr lang="es-MX" sz="3200" dirty="0"/>
              <a:t> and Spikes (</a:t>
            </a:r>
            <a:r>
              <a:rPr lang="es-MX" sz="3200" dirty="0" err="1"/>
              <a:t>Slide</a:t>
            </a:r>
            <a:r>
              <a:rPr lang="es-MX" sz="3200" dirty="0"/>
              <a:t> 3)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BC8B4-C39D-A7CE-D479-4A1DF3B2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1161791"/>
            <a:ext cx="11229975" cy="352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5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0C8A-B31E-5B94-059E-97EE0219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A2A8-AD43-12C1-EA2D-A513DFF7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6" y="136526"/>
            <a:ext cx="3200400" cy="692150"/>
          </a:xfrm>
        </p:spPr>
        <p:txBody>
          <a:bodyPr>
            <a:normAutofit fontScale="90000"/>
          </a:bodyPr>
          <a:lstStyle/>
          <a:p>
            <a:r>
              <a:rPr lang="es-MX" sz="3200" dirty="0" err="1"/>
              <a:t>Trends</a:t>
            </a:r>
            <a:r>
              <a:rPr lang="es-MX" sz="3200" dirty="0"/>
              <a:t> and Spikes (</a:t>
            </a:r>
            <a:r>
              <a:rPr lang="es-MX" sz="3200" dirty="0" err="1"/>
              <a:t>Slide</a:t>
            </a:r>
            <a:r>
              <a:rPr lang="es-MX" sz="3200" dirty="0"/>
              <a:t> 3)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7FE3F-F3C7-A9BE-C965-7149295CD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72" y="1726498"/>
            <a:ext cx="11455178" cy="363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46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6153-2566-3648-0AD2-38E0A650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2B5B-91D9-FAEF-1F82-06C3DCB1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6" y="7619"/>
            <a:ext cx="3200400" cy="692150"/>
          </a:xfrm>
        </p:spPr>
        <p:txBody>
          <a:bodyPr>
            <a:normAutofit fontScale="90000"/>
          </a:bodyPr>
          <a:lstStyle/>
          <a:p>
            <a:r>
              <a:rPr lang="es-MX" sz="3200" dirty="0" err="1"/>
              <a:t>Vendor</a:t>
            </a:r>
            <a:r>
              <a:rPr lang="es-MX" sz="3200" dirty="0"/>
              <a:t> </a:t>
            </a:r>
            <a:r>
              <a:rPr lang="es-MX" sz="3200" dirty="0" err="1"/>
              <a:t>Intelligence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6B53E-03CC-F00F-ADD5-9AE9D9FE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6" y="514352"/>
            <a:ext cx="10410825" cy="3159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8BCB25-23EA-943B-E233-948DAAF6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3754"/>
            <a:ext cx="10410825" cy="316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5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Executive Summary</vt:lpstr>
      <vt:lpstr>Trends and Spikes (Slide 3)</vt:lpstr>
      <vt:lpstr>Trends and Spikes (Slide 3)</vt:lpstr>
      <vt:lpstr>Trends and Spikes (Slide 3)</vt:lpstr>
      <vt:lpstr>Vendor Intelligence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Espinosa, Jaime</dc:creator>
  <cp:lastModifiedBy>Espinosa, Jaime</cp:lastModifiedBy>
  <cp:revision>1</cp:revision>
  <dcterms:created xsi:type="dcterms:W3CDTF">2026-07-09T20:11:24Z</dcterms:created>
  <dcterms:modified xsi:type="dcterms:W3CDTF">2026-07-09T20:21:02Z</dcterms:modified>
</cp:coreProperties>
</file>